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4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9" d="100"/>
          <a:sy n="79" d="100"/>
        </p:scale>
        <p:origin x="920" y="-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chandhan reddy" userId="573b60ef93db3f4f" providerId="LiveId" clId="{5B66B10B-EBB3-4214-829F-0F29885B3201}"/>
    <pc:docChg chg="undo custSel addSld delSld modSld">
      <pc:chgData name="sai chandhan reddy" userId="573b60ef93db3f4f" providerId="LiveId" clId="{5B66B10B-EBB3-4214-829F-0F29885B3201}" dt="2026-01-27T15:11:10.084" v="48" actId="2696"/>
      <pc:docMkLst>
        <pc:docMk/>
      </pc:docMkLst>
      <pc:sldChg chg="del">
        <pc:chgData name="sai chandhan reddy" userId="573b60ef93db3f4f" providerId="LiveId" clId="{5B66B10B-EBB3-4214-829F-0F29885B3201}" dt="2026-01-27T15:11:10.084" v="48" actId="2696"/>
        <pc:sldMkLst>
          <pc:docMk/>
          <pc:sldMk cId="0" sldId="265"/>
        </pc:sldMkLst>
      </pc:sldChg>
      <pc:sldChg chg="addSp delSp modSp mod">
        <pc:chgData name="sai chandhan reddy" userId="573b60ef93db3f4f" providerId="LiveId" clId="{5B66B10B-EBB3-4214-829F-0F29885B3201}" dt="2026-01-26T06:58:45.879" v="7" actId="14100"/>
        <pc:sldMkLst>
          <pc:docMk/>
          <pc:sldMk cId="0" sldId="267"/>
        </pc:sldMkLst>
        <pc:spChg chg="del mod">
          <ac:chgData name="sai chandhan reddy" userId="573b60ef93db3f4f" providerId="LiveId" clId="{5B66B10B-EBB3-4214-829F-0F29885B3201}" dt="2026-01-26T06:56:42.651" v="1" actId="931"/>
          <ac:spMkLst>
            <pc:docMk/>
            <pc:sldMk cId="0" sldId="267"/>
            <ac:spMk id="3" creationId="{00000000-0000-0000-0000-000000000000}"/>
          </ac:spMkLst>
        </pc:spChg>
        <pc:picChg chg="add mod">
          <ac:chgData name="sai chandhan reddy" userId="573b60ef93db3f4f" providerId="LiveId" clId="{5B66B10B-EBB3-4214-829F-0F29885B3201}" dt="2026-01-26T06:58:45.879" v="7" actId="14100"/>
          <ac:picMkLst>
            <pc:docMk/>
            <pc:sldMk cId="0" sldId="267"/>
            <ac:picMk id="5" creationId="{1CE603CF-3212-AD9B-CBD2-BDAB06510507}"/>
          </ac:picMkLst>
        </pc:picChg>
      </pc:sldChg>
      <pc:sldChg chg="modSp new del mod">
        <pc:chgData name="sai chandhan reddy" userId="573b60ef93db3f4f" providerId="LiveId" clId="{5B66B10B-EBB3-4214-829F-0F29885B3201}" dt="2026-01-26T06:59:48.773" v="39" actId="2696"/>
        <pc:sldMkLst>
          <pc:docMk/>
          <pc:sldMk cId="1084204321" sldId="274"/>
        </pc:sldMkLst>
        <pc:spChg chg="mod">
          <ac:chgData name="sai chandhan reddy" userId="573b60ef93db3f4f" providerId="LiveId" clId="{5B66B10B-EBB3-4214-829F-0F29885B3201}" dt="2026-01-26T06:59:41.212" v="38" actId="20577"/>
          <ac:spMkLst>
            <pc:docMk/>
            <pc:sldMk cId="1084204321" sldId="274"/>
            <ac:spMk id="2" creationId="{B2ABA654-C1B2-1232-E1CE-853429AC9A76}"/>
          </ac:spMkLst>
        </pc:spChg>
      </pc:sldChg>
      <pc:sldChg chg="modSp add mod">
        <pc:chgData name="sai chandhan reddy" userId="573b60ef93db3f4f" providerId="LiveId" clId="{5B66B10B-EBB3-4214-829F-0F29885B3201}" dt="2026-01-26T07:00:53.915" v="47" actId="14826"/>
        <pc:sldMkLst>
          <pc:docMk/>
          <pc:sldMk cId="2196852898" sldId="274"/>
        </pc:sldMkLst>
        <pc:spChg chg="mod">
          <ac:chgData name="sai chandhan reddy" userId="573b60ef93db3f4f" providerId="LiveId" clId="{5B66B10B-EBB3-4214-829F-0F29885B3201}" dt="2026-01-26T06:59:55.685" v="41"/>
          <ac:spMkLst>
            <pc:docMk/>
            <pc:sldMk cId="2196852898" sldId="274"/>
            <ac:spMk id="2" creationId="{F3EC84BC-DAD9-0724-15CB-4C6D08A37DE6}"/>
          </ac:spMkLst>
        </pc:spChg>
        <pc:picChg chg="mod">
          <ac:chgData name="sai chandhan reddy" userId="573b60ef93db3f4f" providerId="LiveId" clId="{5B66B10B-EBB3-4214-829F-0F29885B3201}" dt="2026-01-26T07:00:53.915" v="47" actId="14826"/>
          <ac:picMkLst>
            <pc:docMk/>
            <pc:sldMk cId="2196852898" sldId="274"/>
            <ac:picMk id="5" creationId="{233824F8-34E4-6BBC-648A-4F075A26792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48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4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9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5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1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4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7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2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7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6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8582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41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8092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10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56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4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9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5400" b="1">
                <a:solidFill>
                  <a:srgbClr val="1A549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Email &amp; Messaging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>
                <a:solidFill>
                  <a:srgbClr val="646464"/>
                </a:solidFill>
              </a:defRPr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>
                <a:solidFill>
                  <a:srgbClr val="646464"/>
                </a:solidFill>
              </a:defRPr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>
                <a:solidFill>
                  <a:srgbClr val="646464"/>
                </a:solidFill>
              </a:defRPr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>
                <a:solidFill>
                  <a:srgbClr val="646464"/>
                </a:solidFill>
              </a:defRPr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2 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&amp; Gmail Integration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: Weeks 3-4 | January 2026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 Sai Chandhan Reddy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: Dr. Santhiya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krishnasamy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Phase: Speech Recognition &amp; Gmail (Weeks 3-4)</a:t>
            </a: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✓ COMPLETED</a:t>
            </a: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on: Milestone 1 authentication foundation</a:t>
            </a: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Deliverable: Voice-controlled Gmail assistant (MVP)</a:t>
            </a:r>
          </a:p>
          <a:p>
            <a:pPr>
              <a:spcBef>
                <a:spcPts val="1000"/>
              </a:spcBef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Achievement:</a:t>
            </a: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hands-free email management capability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8-Week 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542475"/>
            <a:ext cx="6591985" cy="3777622"/>
          </a:xfrm>
        </p:spPr>
        <p:txBody>
          <a:bodyPr>
            <a:no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M1 (Weeks 1-2): Authentication &amp; Voice - DONE</a:t>
            </a: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User registration, face biometrics, basic voice commands</a:t>
            </a:r>
          </a:p>
          <a:p>
            <a:pPr>
              <a:spcBef>
                <a:spcPts val="1000"/>
              </a:spcBef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M2 (Weeks 3-4): Speech &amp; Gmail - DONE</a:t>
            </a: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Advanced STT, Gmail API, NLU, email management</a:t>
            </a:r>
          </a:p>
          <a:p>
            <a:pPr>
              <a:spcBef>
                <a:spcPts val="1000"/>
              </a:spcBef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M3 (Weeks 5-6): Messaging &amp; AI - Planned</a:t>
            </a: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WhatsApp, Telegram, summarization, smart replies</a:t>
            </a:r>
          </a:p>
          <a:p>
            <a:pPr>
              <a:spcBef>
                <a:spcPts val="1000"/>
              </a:spcBef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M4 (Weeks 7-8): Deployment - Planned</a:t>
            </a:r>
          </a:p>
          <a:p>
            <a:pPr>
              <a:spcBef>
                <a:spcPts val="1000"/>
              </a:spcBef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Admin tools, Docker, cloud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Milestone 2 Objectives - All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✓ Integrate advanced speech recognition (3 engines)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✓ Implement natural language understanding (NLU)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✓ Connect Gmail API with OAuth2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✓ Enable email CRUD operations via voice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✓ Add text-to-speech for email reading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✓ Create Gmail UI with email numbering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✓ Achieve 100% hands-free email management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✓ Comprehensive testing (100% pass rate)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742499" cy="32726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&amp; NLU: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Whisper - 95% STT accuracy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Vosk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Offline, real-time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STT - Cloud fallback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Transformers - Intent recognition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ML framework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PyAudio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Audio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0"/>
            <a:ext cx="3589444" cy="32726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&amp; Output: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Gmail API - Email operations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OAuth2 - Secure authentication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pyttsx3 - Offline TTS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Online TTS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HTML5/JS - Gmail UI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NumPy, SciPy -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Multi-Engine Speech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600"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sz="1600" dirty="0"/>
              <a:t>3 STT Engines with Automatic Fallback:</a:t>
            </a:r>
          </a:p>
          <a:p>
            <a:pPr>
              <a:spcBef>
                <a:spcPts val="1000"/>
              </a:spcBef>
              <a:defRPr sz="2000"/>
            </a:pPr>
            <a:endParaRPr sz="1600"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sz="1600" dirty="0"/>
              <a:t>1. Whisper (OpenAI):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 95% accuracy, 1-2s latency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 Best for accuracy, configurable models</a:t>
            </a:r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sz="1600" dirty="0"/>
              <a:t>2</a:t>
            </a:r>
            <a:r>
              <a:rPr lang="en-IN" sz="1600" dirty="0"/>
              <a:t>.</a:t>
            </a:r>
            <a:r>
              <a:rPr sz="1600" dirty="0"/>
              <a:t> </a:t>
            </a:r>
            <a:r>
              <a:rPr sz="1600" dirty="0" err="1"/>
              <a:t>Vosk</a:t>
            </a:r>
            <a:r>
              <a:rPr sz="1600" dirty="0"/>
              <a:t>: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 85% accuracy, &lt;500ms latency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 Offline mode for privacy</a:t>
            </a:r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sz="1600" dirty="0"/>
              <a:t>3. Google STT: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 90% accuracy, cloud-based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NLU &amp; Intent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Intent Recognition (90%+ accuracy):</a:t>
            </a:r>
          </a:p>
          <a:p>
            <a:pPr>
              <a:spcBef>
                <a:spcPts val="1000"/>
              </a:spcBef>
              <a:defRPr sz="2000"/>
            </a:pPr>
            <a:endParaRPr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Supported Intents:</a:t>
            </a:r>
          </a:p>
          <a:p>
            <a:pPr>
              <a:spcBef>
                <a:spcPts val="1000"/>
              </a:spcBef>
              <a:defRPr sz="2000"/>
            </a:pPr>
            <a:r>
              <a:rPr dirty="0" err="1"/>
              <a:t>read_email</a:t>
            </a:r>
            <a:r>
              <a:rPr dirty="0"/>
              <a:t> - Check and read messages</a:t>
            </a:r>
          </a:p>
          <a:p>
            <a:pPr>
              <a:spcBef>
                <a:spcPts val="1000"/>
              </a:spcBef>
              <a:defRPr sz="2000"/>
            </a:pPr>
            <a:r>
              <a:rPr dirty="0" err="1"/>
              <a:t>send_email</a:t>
            </a:r>
            <a:r>
              <a:rPr dirty="0"/>
              <a:t> - Compose new email</a:t>
            </a:r>
          </a:p>
          <a:p>
            <a:pPr>
              <a:spcBef>
                <a:spcPts val="1000"/>
              </a:spcBef>
              <a:defRPr sz="2000"/>
            </a:pPr>
            <a:r>
              <a:rPr dirty="0" err="1"/>
              <a:t>reply_email</a:t>
            </a:r>
            <a:r>
              <a:rPr dirty="0"/>
              <a:t> - Reply to messages</a:t>
            </a:r>
          </a:p>
          <a:p>
            <a:pPr>
              <a:spcBef>
                <a:spcPts val="1000"/>
              </a:spcBef>
              <a:defRPr sz="2000"/>
            </a:pPr>
            <a:r>
              <a:rPr dirty="0" err="1"/>
              <a:t>delete_email</a:t>
            </a:r>
            <a:r>
              <a:rPr dirty="0"/>
              <a:t> - Remove emails</a:t>
            </a:r>
          </a:p>
          <a:p>
            <a:pPr>
              <a:spcBef>
                <a:spcPts val="1000"/>
              </a:spcBef>
              <a:defRPr sz="2000"/>
            </a:pPr>
            <a:r>
              <a:rPr dirty="0" err="1"/>
              <a:t>search_email</a:t>
            </a:r>
            <a:r>
              <a:rPr dirty="0"/>
              <a:t> - Query-based search</a:t>
            </a:r>
          </a:p>
          <a:p>
            <a:pPr>
              <a:spcBef>
                <a:spcPts val="1000"/>
              </a:spcBef>
              <a:defRPr sz="2000"/>
            </a:pPr>
            <a:r>
              <a:rPr dirty="0" err="1"/>
              <a:t>next_email</a:t>
            </a:r>
            <a:r>
              <a:rPr dirty="0"/>
              <a:t>, </a:t>
            </a:r>
            <a:r>
              <a:rPr dirty="0" err="1"/>
              <a:t>previous_email</a:t>
            </a:r>
            <a:r>
              <a:rPr dirty="0"/>
              <a:t> - Navigation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Complete Gmail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OAuth2 Flow: Secure Gmail API access</a:t>
            </a:r>
          </a:p>
          <a:p>
            <a:pPr>
              <a:spcBef>
                <a:spcPts val="1000"/>
              </a:spcBef>
              <a:defRPr sz="2000"/>
            </a:pPr>
            <a:endParaRPr lang="en-IN"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Email Operations: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Read: Fetch messages with pagination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Send: Compose and send emails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Reply: Thread-based conversations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Delete: Move to trash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Search: Query-based filtering</a:t>
            </a:r>
          </a:p>
          <a:p>
            <a:pPr marL="0" indent="0">
              <a:spcBef>
                <a:spcPts val="1000"/>
              </a:spcBef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Natural Email Reading (TTS)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Multi-Engine TTS: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pyttsx3: Offline, cross-platform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</a:t>
            </a:r>
            <a:r>
              <a:rPr dirty="0" err="1"/>
              <a:t>gTTS</a:t>
            </a:r>
            <a:r>
              <a:rPr dirty="0"/>
              <a:t>: Online, Google-powered</a:t>
            </a:r>
          </a:p>
          <a:p>
            <a:pPr>
              <a:spcBef>
                <a:spcPts val="1000"/>
              </a:spcBef>
              <a:defRPr sz="2000"/>
            </a:pPr>
            <a:endParaRPr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Features: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Customizable speed (0.5-2.0x)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Customizable pitch (0.5-2.0)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Natural email formatting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Multi-language support (10 languages)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E603CF-3212-AD9B-CBD2-BDAB06510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37855" y="2119745"/>
            <a:ext cx="7082443" cy="384048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BF5DE-3706-D2FD-5806-111B4865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C84BC-DAD9-0724-15CB-4C6D08A3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lang="en-IN" dirty="0"/>
              <a:t>System Workflow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3824F8-34E4-6BBC-648A-4F075A267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073728" y="1820636"/>
            <a:ext cx="5486401" cy="4413253"/>
          </a:xfrm>
        </p:spPr>
      </p:pic>
    </p:spTree>
    <p:extLst>
      <p:ext uri="{BB962C8B-B14F-4D97-AF65-F5344CB8AC3E}">
        <p14:creationId xmlns:p14="http://schemas.microsoft.com/office/powerpoint/2010/main" val="219685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600"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sz="1600" dirty="0"/>
              <a:t>Gmail OAuth2: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Secure token storage with encryption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Automatic token refresh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Limited scopes (read, send, modify only)</a:t>
            </a:r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sz="1600" dirty="0"/>
              <a:t>Privacy: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Offline STT option (</a:t>
            </a:r>
            <a:r>
              <a:rPr sz="1600" dirty="0" err="1"/>
              <a:t>Vosk</a:t>
            </a:r>
            <a:r>
              <a:rPr sz="1600" dirty="0"/>
              <a:t>) for sensitive data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Local audio processing by default</a:t>
            </a:r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sz="1600" dirty="0"/>
              <a:t>Protection: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Input validation and sanitization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Rate limiting for API quotas</a:t>
            </a:r>
          </a:p>
          <a:p>
            <a:pPr>
              <a:spcBef>
                <a:spcPts val="1000"/>
              </a:spcBef>
              <a:defRPr sz="2000"/>
            </a:pPr>
            <a:r>
              <a:rPr sz="1600" dirty="0"/>
              <a:t>  CORS protection on endpoints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Testing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96846" cy="45037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Results: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STT Tests: 30/30 ✓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NLU Tests: 25/25 ✓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Gmail Tests: 35/35 ✓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TTS Tests: 15/15 ✓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Voice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40/40 ✓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Total: 145/145 (100%) ✓</a:t>
            </a:r>
          </a:p>
          <a:p>
            <a:pPr>
              <a:spcBef>
                <a:spcPts val="800"/>
              </a:spcBef>
              <a:defRPr sz="18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Support: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Chrome, Firefox, Safari, Edge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0"/>
            <a:ext cx="3071931" cy="45037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Whisper STT: 95%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Vosk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STT: 85%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NLU Intent: 90%+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 Fetch: 200-500ms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STT Latency: 0.5-2s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API Response: 150-500ms</a:t>
            </a:r>
          </a:p>
          <a:p>
            <a:pPr>
              <a:spcBef>
                <a:spcPts val="800"/>
              </a:spcBef>
              <a:defRPr sz="18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Memory: 300MB-1GB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(depends on model size)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lang="en-IN" dirty="0"/>
              <a:t>Milestone 2 Highlights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Multi-engine STT (95% accuracy with Whisper)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Natural language understanding (90%+ intent)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Complete Gmail integration via OAuth2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100% hands-free email management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Natural email reading with TTS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Production-ready code (~3,500 lines)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100% test pass 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969083" cy="32726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STT engines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Gmail OAuth complexity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 numbering UX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TTS HTML cleanup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Memory usage (Whisper)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0"/>
            <a:ext cx="3175869" cy="32726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Unified interface + fallback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Token management system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 badges + voice ref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 parser for clean text</a:t>
            </a: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size config +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Vosk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Hybrid Web API + server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rPr dirty="0"/>
              <a:t>Conclusio</a:t>
            </a:r>
            <a:r>
              <a:rPr lang="en-US" dirty="0"/>
              <a:t>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1000"/>
              </a:spcBef>
              <a:buNone/>
              <a:defRPr sz="2000"/>
            </a:pPr>
            <a:endParaRPr dirty="0"/>
          </a:p>
          <a:p>
            <a:pPr>
              <a:spcBef>
                <a:spcPts val="1000"/>
              </a:spcBef>
              <a:defRPr sz="2000"/>
            </a:pPr>
            <a:r>
              <a:rPr dirty="0"/>
              <a:t>  Advanced multi-engine speech recognition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Complete Gmail integration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100% hands-free email management</a:t>
            </a:r>
          </a:p>
          <a:p>
            <a:pPr>
              <a:spcBef>
                <a:spcPts val="1000"/>
              </a:spcBef>
              <a:defRPr sz="2000"/>
            </a:pPr>
            <a:r>
              <a:rPr dirty="0"/>
              <a:t>  All objectives met on schedule</a:t>
            </a:r>
            <a:endParaRPr lang="en-US"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lang="en-IN" dirty="0"/>
              <a:t>                   </a:t>
            </a:r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lang="en-IN" dirty="0"/>
              <a:t>                              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54</TotalTime>
  <Words>806</Words>
  <Application>Microsoft Office PowerPoint</Application>
  <PresentationFormat>On-screen Show (4:3)</PresentationFormat>
  <Paragraphs>174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Times New Roman</vt:lpstr>
      <vt:lpstr>Wingdings 3</vt:lpstr>
      <vt:lpstr>Wisp</vt:lpstr>
      <vt:lpstr>Voice-Based Email &amp; Messaging Assistant</vt:lpstr>
      <vt:lpstr>Milestone 2 Overview</vt:lpstr>
      <vt:lpstr>8-Week Project Timeline</vt:lpstr>
      <vt:lpstr>Milestone 2 Objectives - All Achieved</vt:lpstr>
      <vt:lpstr>Technology Stack</vt:lpstr>
      <vt:lpstr>Multi-Engine Speech Recognition</vt:lpstr>
      <vt:lpstr>NLU &amp; Intent Recognition</vt:lpstr>
      <vt:lpstr>Complete Gmail Integration</vt:lpstr>
      <vt:lpstr>Natural Email Reading (TTS)</vt:lpstr>
      <vt:lpstr>System Architecture</vt:lpstr>
      <vt:lpstr>System Workflow</vt:lpstr>
      <vt:lpstr>Security Features</vt:lpstr>
      <vt:lpstr>Testing &amp; Performance</vt:lpstr>
      <vt:lpstr>Milestone 2 Highlights</vt:lpstr>
      <vt:lpstr>Challenges &amp; Solutions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chandhan reddy</cp:lastModifiedBy>
  <cp:revision>2</cp:revision>
  <dcterms:created xsi:type="dcterms:W3CDTF">2013-01-27T09:14:16Z</dcterms:created>
  <dcterms:modified xsi:type="dcterms:W3CDTF">2026-01-27T15:28:29Z</dcterms:modified>
  <cp:category/>
</cp:coreProperties>
</file>