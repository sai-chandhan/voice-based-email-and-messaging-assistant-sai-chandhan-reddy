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9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chandhan reddy" userId="573b60ef93db3f4f" providerId="LiveId" clId="{5B66B10B-EBB3-4214-829F-0F29885B3201}"/>
    <pc:docChg chg="undo redo custSel delSld modSld sldOrd modMainMaster">
      <pc:chgData name="sai chandhan reddy" userId="573b60ef93db3f4f" providerId="LiveId" clId="{5B66B10B-EBB3-4214-829F-0F29885B3201}" dt="2026-01-14T10:28:42.794" v="800" actId="20577"/>
      <pc:docMkLst>
        <pc:docMk/>
      </pc:docMkLst>
      <pc:sldChg chg="modSp mod">
        <pc:chgData name="sai chandhan reddy" userId="573b60ef93db3f4f" providerId="LiveId" clId="{5B66B10B-EBB3-4214-829F-0F29885B3201}" dt="2026-01-11T17:31:00.215" v="53" actId="255"/>
        <pc:sldMkLst>
          <pc:docMk/>
          <pc:sldMk cId="0" sldId="257"/>
        </pc:sldMkLst>
        <pc:spChg chg="mod">
          <ac:chgData name="sai chandhan reddy" userId="573b60ef93db3f4f" providerId="LiveId" clId="{5B66B10B-EBB3-4214-829F-0F29885B3201}" dt="2026-01-11T17:31:00.215" v="53" actId="255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ai chandhan reddy" userId="573b60ef93db3f4f" providerId="LiveId" clId="{5B66B10B-EBB3-4214-829F-0F29885B3201}" dt="2026-01-11T17:31:14.051" v="54" actId="255"/>
        <pc:sldMkLst>
          <pc:docMk/>
          <pc:sldMk cId="0" sldId="258"/>
        </pc:sldMkLst>
        <pc:spChg chg="mod">
          <ac:chgData name="sai chandhan reddy" userId="573b60ef93db3f4f" providerId="LiveId" clId="{5B66B10B-EBB3-4214-829F-0F29885B3201}" dt="2026-01-11T17:31:14.051" v="54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ai chandhan reddy" userId="573b60ef93db3f4f" providerId="LiveId" clId="{5B66B10B-EBB3-4214-829F-0F29885B3201}" dt="2026-01-11T17:31:23.367" v="55" actId="255"/>
        <pc:sldMkLst>
          <pc:docMk/>
          <pc:sldMk cId="0" sldId="259"/>
        </pc:sldMkLst>
        <pc:spChg chg="mod">
          <ac:chgData name="sai chandhan reddy" userId="573b60ef93db3f4f" providerId="LiveId" clId="{5B66B10B-EBB3-4214-829F-0F29885B3201}" dt="2026-01-11T17:30:04.237" v="52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i chandhan reddy" userId="573b60ef93db3f4f" providerId="LiveId" clId="{5B66B10B-EBB3-4214-829F-0F29885B3201}" dt="2026-01-11T17:31:23.367" v="55" actId="25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ai chandhan reddy" userId="573b60ef93db3f4f" providerId="LiveId" clId="{5B66B10B-EBB3-4214-829F-0F29885B3201}" dt="2026-01-11T17:49:01.092" v="646" actId="2711"/>
        <pc:sldMkLst>
          <pc:docMk/>
          <pc:sldMk cId="0" sldId="260"/>
        </pc:sldMkLst>
        <pc:spChg chg="mod">
          <ac:chgData name="sai chandhan reddy" userId="573b60ef93db3f4f" providerId="LiveId" clId="{5B66B10B-EBB3-4214-829F-0F29885B3201}" dt="2026-01-11T17:49:01.092" v="646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i chandhan reddy" userId="573b60ef93db3f4f" providerId="LiveId" clId="{5B66B10B-EBB3-4214-829F-0F29885B3201}" dt="2026-01-11T17:45:15.335" v="510" actId="1038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i chandhan reddy" userId="573b60ef93db3f4f" providerId="LiveId" clId="{5B66B10B-EBB3-4214-829F-0F29885B3201}" dt="2026-01-11T17:45:05.363" v="486" actId="1037"/>
          <ac:spMkLst>
            <pc:docMk/>
            <pc:sldMk cId="0" sldId="260"/>
            <ac:spMk id="4" creationId="{00000000-0000-0000-0000-000000000000}"/>
          </ac:spMkLst>
        </pc:spChg>
      </pc:sldChg>
      <pc:sldChg chg="addSp delSp modSp mod">
        <pc:chgData name="sai chandhan reddy" userId="573b60ef93db3f4f" providerId="LiveId" clId="{5B66B10B-EBB3-4214-829F-0F29885B3201}" dt="2026-01-14T10:17:33.609" v="659" actId="14100"/>
        <pc:sldMkLst>
          <pc:docMk/>
          <pc:sldMk cId="0" sldId="261"/>
        </pc:sldMkLst>
        <pc:spChg chg="add del mod">
          <ac:chgData name="sai chandhan reddy" userId="573b60ef93db3f4f" providerId="LiveId" clId="{5B66B10B-EBB3-4214-829F-0F29885B3201}" dt="2026-01-14T10:17:13.877" v="655" actId="931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sai chandhan reddy" userId="573b60ef93db3f4f" providerId="LiveId" clId="{5B66B10B-EBB3-4214-829F-0F29885B3201}" dt="2026-01-14T10:17:06.085" v="654" actId="931"/>
          <ac:picMkLst>
            <pc:docMk/>
            <pc:sldMk cId="0" sldId="261"/>
            <ac:picMk id="5" creationId="{078116D8-0AAF-8635-B47E-0EAD7375D464}"/>
          </ac:picMkLst>
        </pc:picChg>
        <pc:picChg chg="add mod">
          <ac:chgData name="sai chandhan reddy" userId="573b60ef93db3f4f" providerId="LiveId" clId="{5B66B10B-EBB3-4214-829F-0F29885B3201}" dt="2026-01-14T10:17:33.609" v="659" actId="14100"/>
          <ac:picMkLst>
            <pc:docMk/>
            <pc:sldMk cId="0" sldId="261"/>
            <ac:picMk id="7" creationId="{95CA24BD-96A0-827C-35ED-9416A2427272}"/>
          </ac:picMkLst>
        </pc:picChg>
      </pc:sldChg>
      <pc:sldChg chg="addSp delSp modSp mod ord">
        <pc:chgData name="sai chandhan reddy" userId="573b60ef93db3f4f" providerId="LiveId" clId="{5B66B10B-EBB3-4214-829F-0F29885B3201}" dt="2026-01-14T10:18:25.103" v="661"/>
        <pc:sldMkLst>
          <pc:docMk/>
          <pc:sldMk cId="0" sldId="262"/>
        </pc:sldMkLst>
        <pc:spChg chg="mod">
          <ac:chgData name="sai chandhan reddy" userId="573b60ef93db3f4f" providerId="LiveId" clId="{5B66B10B-EBB3-4214-829F-0F29885B3201}" dt="2026-01-11T17:49:21.209" v="647" actId="2711"/>
          <ac:spMkLst>
            <pc:docMk/>
            <pc:sldMk cId="0" sldId="262"/>
            <ac:spMk id="2" creationId="{00000000-0000-0000-0000-000000000000}"/>
          </ac:spMkLst>
        </pc:spChg>
        <pc:picChg chg="add mod">
          <ac:chgData name="sai chandhan reddy" userId="573b60ef93db3f4f" providerId="LiveId" clId="{5B66B10B-EBB3-4214-829F-0F29885B3201}" dt="2026-01-11T17:38:55.960" v="335" actId="1076"/>
          <ac:picMkLst>
            <pc:docMk/>
            <pc:sldMk cId="0" sldId="262"/>
            <ac:picMk id="6" creationId="{A55A1FD0-EFDE-9238-33ED-F506BF4086F6}"/>
          </ac:picMkLst>
        </pc:picChg>
        <pc:picChg chg="add mod">
          <ac:chgData name="sai chandhan reddy" userId="573b60ef93db3f4f" providerId="LiveId" clId="{5B66B10B-EBB3-4214-829F-0F29885B3201}" dt="2026-01-11T17:39:07.822" v="336" actId="1076"/>
          <ac:picMkLst>
            <pc:docMk/>
            <pc:sldMk cId="0" sldId="262"/>
            <ac:picMk id="10" creationId="{690A126B-9E20-F421-4F3C-2F83DF44E9FD}"/>
          </ac:picMkLst>
        </pc:picChg>
      </pc:sldChg>
      <pc:sldChg chg="addSp delSp modSp mod">
        <pc:chgData name="sai chandhan reddy" userId="573b60ef93db3f4f" providerId="LiveId" clId="{5B66B10B-EBB3-4214-829F-0F29885B3201}" dt="2026-01-14T10:19:15.929" v="733" actId="14100"/>
        <pc:sldMkLst>
          <pc:docMk/>
          <pc:sldMk cId="0" sldId="263"/>
        </pc:sldMkLst>
        <pc:spChg chg="mod">
          <ac:chgData name="sai chandhan reddy" userId="573b60ef93db3f4f" providerId="LiveId" clId="{5B66B10B-EBB3-4214-829F-0F29885B3201}" dt="2026-01-14T10:18:47.295" v="729" actId="20577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sai chandhan reddy" userId="573b60ef93db3f4f" providerId="LiveId" clId="{5B66B10B-EBB3-4214-829F-0F29885B3201}" dt="2026-01-14T10:19:02.125" v="731" actId="931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sai chandhan reddy" userId="573b60ef93db3f4f" providerId="LiveId" clId="{5B66B10B-EBB3-4214-829F-0F29885B3201}" dt="2026-01-14T10:19:15.929" v="733" actId="14100"/>
          <ac:picMkLst>
            <pc:docMk/>
            <pc:sldMk cId="0" sldId="263"/>
            <ac:picMk id="5" creationId="{0A164AD8-0005-570E-C7A3-AC0CA92B3CB1}"/>
          </ac:picMkLst>
        </pc:picChg>
      </pc:sldChg>
      <pc:sldChg chg="modSp mod">
        <pc:chgData name="sai chandhan reddy" userId="573b60ef93db3f4f" providerId="LiveId" clId="{5B66B10B-EBB3-4214-829F-0F29885B3201}" dt="2026-01-11T17:40:52.270" v="358" actId="255"/>
        <pc:sldMkLst>
          <pc:docMk/>
          <pc:sldMk cId="0" sldId="264"/>
        </pc:sldMkLst>
        <pc:spChg chg="mod">
          <ac:chgData name="sai chandhan reddy" userId="573b60ef93db3f4f" providerId="LiveId" clId="{5B66B10B-EBB3-4214-829F-0F29885B3201}" dt="2026-01-11T17:40:52.270" v="358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sai chandhan reddy" userId="573b60ef93db3f4f" providerId="LiveId" clId="{5B66B10B-EBB3-4214-829F-0F29885B3201}" dt="2026-01-11T17:41:14.282" v="360" actId="255"/>
        <pc:sldMkLst>
          <pc:docMk/>
          <pc:sldMk cId="0" sldId="265"/>
        </pc:sldMkLst>
        <pc:spChg chg="mod">
          <ac:chgData name="sai chandhan reddy" userId="573b60ef93db3f4f" providerId="LiveId" clId="{5B66B10B-EBB3-4214-829F-0F29885B3201}" dt="2026-01-11T17:41:14.282" v="360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i chandhan reddy" userId="573b60ef93db3f4f" providerId="LiveId" clId="{5B66B10B-EBB3-4214-829F-0F29885B3201}" dt="2026-01-11T17:41:08.003" v="359" actId="255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sai chandhan reddy" userId="573b60ef93db3f4f" providerId="LiveId" clId="{5B66B10B-EBB3-4214-829F-0F29885B3201}" dt="2026-01-11T17:41:38.452" v="361" actId="255"/>
        <pc:sldMkLst>
          <pc:docMk/>
          <pc:sldMk cId="0" sldId="266"/>
        </pc:sldMkLst>
        <pc:spChg chg="mod">
          <ac:chgData name="sai chandhan reddy" userId="573b60ef93db3f4f" providerId="LiveId" clId="{5B66B10B-EBB3-4214-829F-0F29885B3201}" dt="2026-01-11T17:41:38.452" v="361" actId="255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sai chandhan reddy" userId="573b60ef93db3f4f" providerId="LiveId" clId="{5B66B10B-EBB3-4214-829F-0F29885B3201}" dt="2026-01-11T17:41:44.596" v="362" actId="255"/>
        <pc:sldMkLst>
          <pc:docMk/>
          <pc:sldMk cId="0" sldId="267"/>
        </pc:sldMkLst>
        <pc:spChg chg="mod">
          <ac:chgData name="sai chandhan reddy" userId="573b60ef93db3f4f" providerId="LiveId" clId="{5B66B10B-EBB3-4214-829F-0F29885B3201}" dt="2026-01-11T17:41:44.596" v="362" actId="255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sai chandhan reddy" userId="573b60ef93db3f4f" providerId="LiveId" clId="{5B66B10B-EBB3-4214-829F-0F29885B3201}" dt="2026-01-14T10:20:45.239" v="735" actId="2696"/>
        <pc:sldMkLst>
          <pc:docMk/>
          <pc:sldMk cId="0" sldId="268"/>
        </pc:sldMkLst>
      </pc:sldChg>
      <pc:sldChg chg="modSp mod">
        <pc:chgData name="sai chandhan reddy" userId="573b60ef93db3f4f" providerId="LiveId" clId="{5B66B10B-EBB3-4214-829F-0F29885B3201}" dt="2026-01-14T10:28:42.794" v="800" actId="20577"/>
        <pc:sldMkLst>
          <pc:docMk/>
          <pc:sldMk cId="0" sldId="269"/>
        </pc:sldMkLst>
        <pc:spChg chg="mod">
          <ac:chgData name="sai chandhan reddy" userId="573b60ef93db3f4f" providerId="LiveId" clId="{5B66B10B-EBB3-4214-829F-0F29885B3201}" dt="2026-01-14T10:28:42.794" v="800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del mod">
        <pc:chgData name="sai chandhan reddy" userId="573b60ef93db3f4f" providerId="LiveId" clId="{5B66B10B-EBB3-4214-829F-0F29885B3201}" dt="2026-01-14T10:20:14.614" v="734" actId="2696"/>
        <pc:sldMkLst>
          <pc:docMk/>
          <pc:sldMk cId="0" sldId="270"/>
        </pc:sldMkLst>
      </pc:sldChg>
      <pc:sldChg chg="addSp delSp modSp mod">
        <pc:chgData name="sai chandhan reddy" userId="573b60ef93db3f4f" providerId="LiveId" clId="{5B66B10B-EBB3-4214-829F-0F29885B3201}" dt="2026-01-14T10:25:46.994" v="781" actId="20577"/>
        <pc:sldMkLst>
          <pc:docMk/>
          <pc:sldMk cId="0" sldId="271"/>
        </pc:sldMkLst>
        <pc:spChg chg="add del mod">
          <ac:chgData name="sai chandhan reddy" userId="573b60ef93db3f4f" providerId="LiveId" clId="{5B66B10B-EBB3-4214-829F-0F29885B3201}" dt="2026-01-14T10:25:46.994" v="781" actId="20577"/>
          <ac:spMkLst>
            <pc:docMk/>
            <pc:sldMk cId="0" sldId="271"/>
            <ac:spMk id="3" creationId="{00000000-0000-0000-0000-000000000000}"/>
          </ac:spMkLst>
        </pc:spChg>
        <pc:spChg chg="add del mod">
          <ac:chgData name="sai chandhan reddy" userId="573b60ef93db3f4f" providerId="LiveId" clId="{5B66B10B-EBB3-4214-829F-0F29885B3201}" dt="2026-01-14T10:24:16.171" v="737" actId="21"/>
          <ac:spMkLst>
            <pc:docMk/>
            <pc:sldMk cId="0" sldId="271"/>
            <ac:spMk id="5" creationId="{3E31EA48-C058-A9FF-1074-BF18D43EE202}"/>
          </ac:spMkLst>
        </pc:spChg>
      </pc:sldChg>
      <pc:sldChg chg="modSp mod">
        <pc:chgData name="sai chandhan reddy" userId="573b60ef93db3f4f" providerId="LiveId" clId="{5B66B10B-EBB3-4214-829F-0F29885B3201}" dt="2026-01-11T17:49:45.238" v="651" actId="1038"/>
        <pc:sldMkLst>
          <pc:docMk/>
          <pc:sldMk cId="0" sldId="272"/>
        </pc:sldMkLst>
        <pc:spChg chg="mod">
          <ac:chgData name="sai chandhan reddy" userId="573b60ef93db3f4f" providerId="LiveId" clId="{5B66B10B-EBB3-4214-829F-0F29885B3201}" dt="2026-01-11T17:49:45.238" v="651" actId="1038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i chandhan reddy" userId="573b60ef93db3f4f" providerId="LiveId" clId="{5B66B10B-EBB3-4214-829F-0F29885B3201}" dt="2026-01-11T17:49:45.238" v="651" actId="1038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sai chandhan reddy" userId="573b60ef93db3f4f" providerId="LiveId" clId="{5B66B10B-EBB3-4214-829F-0F29885B3201}" dt="2026-01-11T17:47:48.556" v="643" actId="255"/>
        <pc:sldMkLst>
          <pc:docMk/>
          <pc:sldMk cId="0" sldId="273"/>
        </pc:sldMkLst>
        <pc:spChg chg="mod">
          <ac:chgData name="sai chandhan reddy" userId="573b60ef93db3f4f" providerId="LiveId" clId="{5B66B10B-EBB3-4214-829F-0F29885B3201}" dt="2026-01-11T17:47:48.556" v="643" actId="255"/>
          <ac:spMkLst>
            <pc:docMk/>
            <pc:sldMk cId="0" sldId="273"/>
            <ac:spMk id="3" creationId="{00000000-0000-0000-0000-000000000000}"/>
          </ac:spMkLst>
        </pc:spChg>
      </pc:sldChg>
      <pc:sldMasterChg chg="modSldLayout">
        <pc:chgData name="sai chandhan reddy" userId="573b60ef93db3f4f" providerId="LiveId" clId="{5B66B10B-EBB3-4214-829F-0F29885B3201}" dt="2026-01-11T17:28:45.105" v="35" actId="2711"/>
        <pc:sldMasterMkLst>
          <pc:docMk/>
          <pc:sldMasterMk cId="3895529433" sldId="2147483660"/>
        </pc:sldMasterMkLst>
        <pc:sldLayoutChg chg="modSp mod">
          <pc:chgData name="sai chandhan reddy" userId="573b60ef93db3f4f" providerId="LiveId" clId="{5B66B10B-EBB3-4214-829F-0F29885B3201}" dt="2026-01-11T17:28:45.105" v="35" actId="2711"/>
          <pc:sldLayoutMkLst>
            <pc:docMk/>
            <pc:sldMasterMk cId="3895529433" sldId="2147483660"/>
            <pc:sldLayoutMk cId="2510781604" sldId="2147483662"/>
          </pc:sldLayoutMkLst>
          <pc:spChg chg="mod">
            <ac:chgData name="sai chandhan reddy" userId="573b60ef93db3f4f" providerId="LiveId" clId="{5B66B10B-EBB3-4214-829F-0F29885B3201}" dt="2026-01-11T17:28:45.105" v="35" actId="2711"/>
            <ac:spMkLst>
              <pc:docMk/>
              <pc:sldMasterMk cId="3895529433" sldId="2147483660"/>
              <pc:sldLayoutMk cId="2510781604" sldId="2147483662"/>
              <ac:spMk id="2" creationId="{00000000-0000-0000-0000-000000000000}"/>
            </ac:spMkLst>
          </pc:spChg>
          <pc:spChg chg="mod">
            <ac:chgData name="sai chandhan reddy" userId="573b60ef93db3f4f" providerId="LiveId" clId="{5B66B10B-EBB3-4214-829F-0F29885B3201}" dt="2026-01-11T17:28:45.105" v="35" actId="2711"/>
            <ac:spMkLst>
              <pc:docMk/>
              <pc:sldMasterMk cId="3895529433" sldId="2147483660"/>
              <pc:sldLayoutMk cId="2510781604" sldId="2147483662"/>
              <ac:spMk id="3" creationId="{00000000-0000-0000-0000-000000000000}"/>
            </ac:spMkLst>
          </pc:spChg>
          <pc:spChg chg="mod">
            <ac:chgData name="sai chandhan reddy" userId="573b60ef93db3f4f" providerId="LiveId" clId="{5B66B10B-EBB3-4214-829F-0F29885B3201}" dt="2026-01-11T17:28:45.105" v="35" actId="2711"/>
            <ac:spMkLst>
              <pc:docMk/>
              <pc:sldMasterMk cId="3895529433" sldId="2147483660"/>
              <pc:sldLayoutMk cId="2510781604" sldId="2147483662"/>
              <ac:spMk id="4" creationId="{00000000-0000-0000-0000-000000000000}"/>
            </ac:spMkLst>
          </pc:spChg>
          <pc:spChg chg="mod">
            <ac:chgData name="sai chandhan reddy" userId="573b60ef93db3f4f" providerId="LiveId" clId="{5B66B10B-EBB3-4214-829F-0F29885B3201}" dt="2026-01-11T17:28:45.105" v="35" actId="2711"/>
            <ac:spMkLst>
              <pc:docMk/>
              <pc:sldMasterMk cId="3895529433" sldId="2147483660"/>
              <pc:sldLayoutMk cId="2510781604" sldId="2147483662"/>
              <ac:spMk id="5" creationId="{00000000-0000-0000-0000-000000000000}"/>
            </ac:spMkLst>
          </pc:spChg>
          <pc:spChg chg="mod">
            <ac:chgData name="sai chandhan reddy" userId="573b60ef93db3f4f" providerId="LiveId" clId="{5B66B10B-EBB3-4214-829F-0F29885B3201}" dt="2026-01-11T17:28:45.105" v="35" actId="2711"/>
            <ac:spMkLst>
              <pc:docMk/>
              <pc:sldMasterMk cId="3895529433" sldId="2147483660"/>
              <pc:sldLayoutMk cId="2510781604" sldId="2147483662"/>
              <ac:spMk id="6" creationId="{00000000-0000-0000-0000-000000000000}"/>
            </ac:spMkLst>
          </pc:spChg>
        </pc:sldLayoutChg>
        <pc:sldLayoutChg chg="modSp mod">
          <pc:chgData name="sai chandhan reddy" userId="573b60ef93db3f4f" providerId="LiveId" clId="{5B66B10B-EBB3-4214-829F-0F29885B3201}" dt="2026-01-11T17:24:42.979" v="0" actId="2711"/>
          <pc:sldLayoutMkLst>
            <pc:docMk/>
            <pc:sldMasterMk cId="3895529433" sldId="2147483660"/>
            <pc:sldLayoutMk cId="2976892033" sldId="2147483666"/>
          </pc:sldLayoutMkLst>
          <pc:spChg chg="mod">
            <ac:chgData name="sai chandhan reddy" userId="573b60ef93db3f4f" providerId="LiveId" clId="{5B66B10B-EBB3-4214-829F-0F29885B3201}" dt="2026-01-11T17:24:42.979" v="0" actId="2711"/>
            <ac:spMkLst>
              <pc:docMk/>
              <pc:sldMasterMk cId="3895529433" sldId="2147483660"/>
              <pc:sldLayoutMk cId="2976892033" sldId="2147483666"/>
              <ac:spMk id="2" creationId="{00000000-0000-0000-0000-000000000000}"/>
            </ac:spMkLst>
          </pc:spChg>
          <pc:spChg chg="mod">
            <ac:chgData name="sai chandhan reddy" userId="573b60ef93db3f4f" providerId="LiveId" clId="{5B66B10B-EBB3-4214-829F-0F29885B3201}" dt="2026-01-11T17:24:42.979" v="0" actId="2711"/>
            <ac:spMkLst>
              <pc:docMk/>
              <pc:sldMasterMk cId="3895529433" sldId="2147483660"/>
              <pc:sldLayoutMk cId="2976892033" sldId="2147483666"/>
              <ac:spMk id="3" creationId="{00000000-0000-0000-0000-000000000000}"/>
            </ac:spMkLst>
          </pc:spChg>
          <pc:spChg chg="mod">
            <ac:chgData name="sai chandhan reddy" userId="573b60ef93db3f4f" providerId="LiveId" clId="{5B66B10B-EBB3-4214-829F-0F29885B3201}" dt="2026-01-11T17:24:42.979" v="0" actId="2711"/>
            <ac:spMkLst>
              <pc:docMk/>
              <pc:sldMasterMk cId="3895529433" sldId="2147483660"/>
              <pc:sldLayoutMk cId="2976892033" sldId="2147483666"/>
              <ac:spMk id="4" creationId="{00000000-0000-0000-0000-000000000000}"/>
            </ac:spMkLst>
          </pc:spChg>
          <pc:spChg chg="mod">
            <ac:chgData name="sai chandhan reddy" userId="573b60ef93db3f4f" providerId="LiveId" clId="{5B66B10B-EBB3-4214-829F-0F29885B3201}" dt="2026-01-11T17:24:42.979" v="0" actId="2711"/>
            <ac:spMkLst>
              <pc:docMk/>
              <pc:sldMasterMk cId="3895529433" sldId="2147483660"/>
              <pc:sldLayoutMk cId="2976892033" sldId="2147483666"/>
              <ac:spMk id="5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1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1/14/2026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78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8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4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07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>
            <a:lvl1pPr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1/14/2026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89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78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088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8348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32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54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29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5400" b="1">
                <a:solidFill>
                  <a:srgbClr val="1A5490"/>
                </a:solidFill>
              </a:defRPr>
            </a:pPr>
            <a:r>
              <a:rPr dirty="0"/>
              <a:t>Voice-Based Email &amp; Messaging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942415" y="2133600"/>
            <a:ext cx="6808393" cy="3777622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646464"/>
                </a:solidFill>
              </a:defRPr>
            </a:pPr>
            <a:endParaRPr lang="en-IN" sz="2000" dirty="0">
              <a:solidFill>
                <a:schemeClr val="tx1"/>
              </a:solidFill>
            </a:endParaRPr>
          </a:p>
          <a:p>
            <a:pPr algn="l">
              <a:defRPr sz="2400">
                <a:solidFill>
                  <a:srgbClr val="646464"/>
                </a:solidFill>
              </a:defRPr>
            </a:pPr>
            <a:endParaRPr lang="en-IN" sz="2000" dirty="0">
              <a:solidFill>
                <a:schemeClr val="tx1"/>
              </a:solidFill>
            </a:endParaRPr>
          </a:p>
          <a:p>
            <a:pPr algn="l">
              <a:defRPr sz="2400">
                <a:solidFill>
                  <a:srgbClr val="646464"/>
                </a:solidFill>
              </a:defRPr>
            </a:pPr>
            <a:endParaRPr lang="en-IN" sz="2000" dirty="0">
              <a:solidFill>
                <a:schemeClr val="tx1"/>
              </a:solidFill>
            </a:endParaRPr>
          </a:p>
          <a:p>
            <a:pPr algn="l">
              <a:defRPr sz="2400">
                <a:solidFill>
                  <a:srgbClr val="646464"/>
                </a:solidFill>
              </a:defRPr>
            </a:pPr>
            <a:endParaRPr lang="en-IN" sz="2000" dirty="0">
              <a:solidFill>
                <a:schemeClr val="tx1"/>
              </a:solidFill>
            </a:endParaRPr>
          </a:p>
          <a:p>
            <a:pPr algn="l">
              <a:defRPr sz="2400">
                <a:solidFill>
                  <a:srgbClr val="646464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Milestone 1: Setup &amp; Authentication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Timeline : </a:t>
            </a:r>
            <a:r>
              <a:rPr sz="2000" dirty="0">
                <a:solidFill>
                  <a:schemeClr val="tx1"/>
                </a:solidFill>
              </a:rPr>
              <a:t>Weeks 1-2 | January 2026</a:t>
            </a:r>
            <a:endParaRPr lang="en-IN" sz="2000" dirty="0">
              <a:solidFill>
                <a:schemeClr val="tx1"/>
              </a:solidFill>
            </a:endParaRP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Prepared by : Sai Chandhan Reddy 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Guided by : Dr. Santhiya </a:t>
            </a:r>
            <a:r>
              <a:rPr lang="en-IN" sz="2000" dirty="0" err="1">
                <a:solidFill>
                  <a:schemeClr val="tx1"/>
                </a:solidFill>
              </a:rPr>
              <a:t>krishnasamy</a:t>
            </a:r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Milestone 1: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Phase: Setup &amp; Authentication (Weeks 1-2)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Status: COMPLETED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System Name: Aira (Voice Assistant)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Focus: Authentication with voice + facial biometrics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Deliverable: Fully functional authentication module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Ready for: Email integration (Milestone 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8-Week 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Goal: Hands-free email &amp; messaging for all users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Target: Visually impaired users, busy professionals</a:t>
            </a:r>
          </a:p>
          <a:p>
            <a:pPr>
              <a:spcBef>
                <a:spcPts val="1000"/>
              </a:spcBef>
              <a:defRPr sz="2000"/>
            </a:pPr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Milestone 1 (Weeks 1-2): Authentication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Milestone 2 (Weeks 3-4): Gmail integration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Milestone 3 (Weeks 5-6): Messaging + AI features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Milestone 4 (Weeks 7-8): Deployment + admin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sz="4000" dirty="0"/>
              <a:t>Milestone 1 Deliverables</a:t>
            </a:r>
            <a:r>
              <a:rPr lang="en-IN" sz="4000" dirty="0"/>
              <a:t> - Complete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User registration (email/password + OAuth)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Facial biometric authentication system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Voice command recognition (10-state machine)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User profile &amp; preference management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Multi-language support (10 languages)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Complete database schema (2 tables)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12 RESTful API endpoints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Security implementation + </a:t>
            </a:r>
            <a:r>
              <a:rPr dirty="0" err="1"/>
              <a:t>testi</a:t>
            </a:r>
            <a:r>
              <a:rPr lang="en-IN" dirty="0"/>
              <a:t>ng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35629" y="1828800"/>
            <a:ext cx="2499210" cy="30264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Flask - Web framework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ORM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Werkzeug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Security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google-auth - OAuth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Pillow - Images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SQLite -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55236" y="1819656"/>
            <a:ext cx="2954527" cy="2646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Speech API - STT/TTS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face-api.js - Face detection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HTML5 Canvas - Capture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JavaScript ES6+</a:t>
            </a:r>
          </a:p>
          <a:p>
            <a:pPr>
              <a:spcBef>
                <a:spcPts val="8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CSS3 - Styling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Three-Tier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CA24BD-96A0-827C-35ED-9416A2427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712" y="1749424"/>
            <a:ext cx="4931087" cy="4660519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lang="en-IN" dirty="0"/>
              <a:t>System Workflow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164AD8-0005-570E-C7A3-AC0CA92B3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4297" y="1635125"/>
            <a:ext cx="3585529" cy="4598765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A1FD0-EFDE-9238-33ED-F506BF408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458" y="1376218"/>
            <a:ext cx="5547083" cy="26970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0A126B-9E20-F421-4F3C-2F83DF44E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458" y="3962400"/>
            <a:ext cx="5547083" cy="27847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Facial Biometric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Technology: face-api.js (TensorFlow.js)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Detection: </a:t>
            </a:r>
            <a:r>
              <a:rPr dirty="0" err="1"/>
              <a:t>TinyFaceDetector</a:t>
            </a:r>
            <a:r>
              <a:rPr dirty="0"/>
              <a:t> (~50ms)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Descriptors: 128-dimensional vectors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Verification: Euclidean distance threshold &lt; 0.6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Accuracy: 98%+ (good lighting), 85-90% (poor lighting)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Security: Mathematical representation, not images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Processing: Client-side detection, server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sz="4000" dirty="0"/>
              <a:t>Voice Commands &amp; State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Wake Word: '</a:t>
            </a:r>
            <a:r>
              <a:rPr dirty="0" err="1"/>
              <a:t>aira</a:t>
            </a:r>
            <a:r>
              <a:rPr dirty="0"/>
              <a:t>' activates system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10-State Machine: Intelligent conversation flow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Speech Recognition: Web Speech API + fallback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Speech Synthesis: Multi-language TTS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Commands: login, register, logout, change language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Voice Controls: faster, slower, higher/lower pitch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10 Languages: EN, HI, TA, TE, KN, ML, ES, FR, DE, JA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State Machine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IDLE → Wait for '</a:t>
            </a:r>
            <a:r>
              <a:rPr dirty="0" err="1"/>
              <a:t>aira</a:t>
            </a:r>
            <a:r>
              <a:rPr dirty="0"/>
              <a:t>' wake word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LISTENING_FOR_COMMAND → login/register/logout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WAITING_EMAIL → Capture email input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WAITING_PASSWORD → Capture password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WAITING_FACE_CAPTURE → Camera activation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LOGGED_IN → Dashboard with preferences</a:t>
            </a:r>
          </a:p>
          <a:p>
            <a:pPr>
              <a:spcBef>
                <a:spcPts val="1000"/>
              </a:spcBef>
              <a:defRPr sz="2000"/>
            </a:pPr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Context-aware: Prevents accidental commands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Multi-Layer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000" dirty="0"/>
          </a:p>
          <a:p>
            <a:pPr>
              <a:spcBef>
                <a:spcPts val="1000"/>
              </a:spcBef>
              <a:defRPr sz="2000"/>
            </a:pPr>
            <a:r>
              <a:rPr sz="2000" dirty="0"/>
              <a:t>🔐 Password Hashing: PBKDF2-SHA256 with salt</a:t>
            </a:r>
          </a:p>
          <a:p>
            <a:pPr>
              <a:spcBef>
                <a:spcPts val="1000"/>
              </a:spcBef>
              <a:defRPr sz="2000"/>
            </a:pPr>
            <a:r>
              <a:rPr sz="2000" dirty="0"/>
              <a:t>👤 Biometric Auth: 128D face descriptors</a:t>
            </a:r>
          </a:p>
          <a:p>
            <a:pPr>
              <a:spcBef>
                <a:spcPts val="1000"/>
              </a:spcBef>
              <a:defRPr sz="2000"/>
            </a:pPr>
            <a:r>
              <a:rPr sz="2000" dirty="0"/>
              <a:t>🔑 Sessions: Server-side with Flask-Session</a:t>
            </a:r>
          </a:p>
          <a:p>
            <a:pPr>
              <a:spcBef>
                <a:spcPts val="1000"/>
              </a:spcBef>
              <a:defRPr sz="2000"/>
            </a:pPr>
            <a:r>
              <a:rPr sz="2000" dirty="0"/>
              <a:t>🛡️ CORS Protection: Origin restrictions</a:t>
            </a:r>
          </a:p>
          <a:p>
            <a:pPr>
              <a:spcBef>
                <a:spcPts val="1000"/>
              </a:spcBef>
              <a:defRPr sz="2000"/>
            </a:pPr>
            <a:r>
              <a:rPr sz="2000" dirty="0"/>
              <a:t>✅ Input Validation: Server-side sanitization</a:t>
            </a:r>
          </a:p>
          <a:p>
            <a:pPr>
              <a:spcBef>
                <a:spcPts val="1000"/>
              </a:spcBef>
              <a:defRPr sz="2000"/>
            </a:pPr>
            <a:r>
              <a:rPr sz="2000" dirty="0"/>
              <a:t>📁 File Security: Restricted permissions</a:t>
            </a:r>
          </a:p>
          <a:p>
            <a:pPr>
              <a:spcBef>
                <a:spcPts val="1000"/>
              </a:spcBef>
              <a:defRPr sz="2000"/>
            </a:pPr>
            <a:r>
              <a:rPr sz="2000" dirty="0"/>
              <a:t>🔒 HTTPS Ready: Optional Talisman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023872"/>
            <a:ext cx="6591985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Functional Testing: 10/10 passed (100%)</a:t>
            </a:r>
          </a:p>
          <a:p>
            <a:pPr>
              <a:spcBef>
                <a:spcPts val="1000"/>
              </a:spcBef>
              <a:defRPr sz="2000"/>
            </a:pPr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Performance Metrics: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• Voice recognition: ~</a:t>
            </a:r>
            <a:r>
              <a:rPr lang="en-IN" dirty="0"/>
              <a:t>300ms</a:t>
            </a:r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  • Face detection: ~50ms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• API response: </a:t>
            </a:r>
            <a:r>
              <a:rPr lang="en-IN" dirty="0"/>
              <a:t>&lt;32</a:t>
            </a:r>
            <a:r>
              <a:rPr dirty="0"/>
              <a:t>0ms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• Total login time: ~</a:t>
            </a:r>
            <a:r>
              <a:rPr lang="en-IN" dirty="0"/>
              <a:t>3</a:t>
            </a:r>
            <a:r>
              <a:rPr dirty="0"/>
              <a:t>.2 seconds</a:t>
            </a:r>
          </a:p>
          <a:p>
            <a:pPr>
              <a:spcBef>
                <a:spcPts val="1000"/>
              </a:spcBef>
              <a:defRPr sz="2000"/>
            </a:pPr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Browser Support: Chrome, Firefox, Safari, Edge 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400" dirty="0"/>
          </a:p>
          <a:p>
            <a:pPr>
              <a:defRPr sz="2000"/>
            </a:pPr>
            <a:r>
              <a:rPr lang="en-IN" sz="1400" dirty="0"/>
              <a:t>  </a:t>
            </a:r>
            <a:r>
              <a:rPr sz="1400" dirty="0"/>
              <a:t>Milestone 1 (Weeks 1-2):</a:t>
            </a:r>
            <a:r>
              <a:rPr lang="en-IN" sz="1400" dirty="0"/>
              <a:t> Setup &amp; Authentication</a:t>
            </a:r>
          </a:p>
          <a:p>
            <a:pPr>
              <a:defRPr sz="2000"/>
            </a:pPr>
            <a:r>
              <a:rPr lang="en-US" sz="1400" dirty="0"/>
              <a:t>  User registration/login, </a:t>
            </a:r>
            <a:r>
              <a:rPr lang="en-IN" sz="1400" dirty="0"/>
              <a:t>voice command recognition</a:t>
            </a:r>
            <a:endParaRPr sz="1400" dirty="0"/>
          </a:p>
          <a:p>
            <a:pPr>
              <a:spcBef>
                <a:spcPts val="1000"/>
              </a:spcBef>
              <a:defRPr sz="2000"/>
            </a:pPr>
            <a:endParaRPr sz="1400" dirty="0"/>
          </a:p>
          <a:p>
            <a:pPr>
              <a:spcBef>
                <a:spcPts val="1000"/>
              </a:spcBef>
              <a:defRPr sz="2000"/>
            </a:pPr>
            <a:r>
              <a:rPr lang="en-IN" sz="1400" dirty="0"/>
              <a:t>  </a:t>
            </a:r>
            <a:r>
              <a:rPr sz="1400" dirty="0"/>
              <a:t>Milestone 2 (Weeks 3-4): Email Integration</a:t>
            </a:r>
          </a:p>
          <a:p>
            <a:pPr>
              <a:spcBef>
                <a:spcPts val="1000"/>
              </a:spcBef>
              <a:defRPr sz="2000"/>
            </a:pPr>
            <a:r>
              <a:rPr sz="1400" dirty="0"/>
              <a:t>  Gmail API, email operations, TTS reading</a:t>
            </a:r>
          </a:p>
          <a:p>
            <a:pPr>
              <a:spcBef>
                <a:spcPts val="1000"/>
              </a:spcBef>
              <a:defRPr sz="2000"/>
            </a:pPr>
            <a:endParaRPr sz="1400" dirty="0"/>
          </a:p>
          <a:p>
            <a:pPr>
              <a:spcBef>
                <a:spcPts val="1000"/>
              </a:spcBef>
              <a:defRPr sz="2000"/>
            </a:pPr>
            <a:r>
              <a:rPr sz="1400" dirty="0"/>
              <a:t>  Milestone 3 (Weeks 5-6): Messaging &amp; AI</a:t>
            </a:r>
          </a:p>
          <a:p>
            <a:pPr>
              <a:spcBef>
                <a:spcPts val="1000"/>
              </a:spcBef>
              <a:defRPr sz="2000"/>
            </a:pPr>
            <a:r>
              <a:rPr sz="1400" dirty="0"/>
              <a:t>  WhatsApp, Telegram, summarization, smart replies</a:t>
            </a:r>
          </a:p>
          <a:p>
            <a:pPr>
              <a:spcBef>
                <a:spcPts val="1000"/>
              </a:spcBef>
              <a:defRPr sz="2000"/>
            </a:pPr>
            <a:endParaRPr sz="1400" dirty="0"/>
          </a:p>
          <a:p>
            <a:pPr>
              <a:spcBef>
                <a:spcPts val="1000"/>
              </a:spcBef>
              <a:defRPr sz="2000"/>
            </a:pPr>
            <a:r>
              <a:rPr sz="1400" dirty="0"/>
              <a:t>  Milestone 4 (Weeks 7-8): Deployment</a:t>
            </a:r>
          </a:p>
          <a:p>
            <a:pPr>
              <a:spcBef>
                <a:spcPts val="1000"/>
              </a:spcBef>
              <a:defRPr sz="2000"/>
            </a:pPr>
            <a:r>
              <a:rPr sz="1400" dirty="0"/>
              <a:t>  Voice PIN, admin dashboard, Docker, cloud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777" y="624110"/>
            <a:ext cx="6589199" cy="1280890"/>
          </a:xfrm>
        </p:spPr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Milestone 1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8991" y="2133600"/>
            <a:ext cx="6591985" cy="3777622"/>
          </a:xfrm>
        </p:spPr>
        <p:txBody>
          <a:bodyPr>
            <a:no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All deliverables completed on time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Exceeded requirements (OAuth + biometrics)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Sub-second performance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Multi-layered security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Full voice accessibility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Production-ready code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Architecture ready for email integration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100% test pass rate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847" y="2133600"/>
            <a:ext cx="6591985" cy="3777622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  <a:defRPr sz="2000"/>
            </a:pPr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Delivered robust authentication foundation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Voice-driven interaction with biometric security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Multi-language support across 10 languages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Excellent performance and user experience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Clean, modular, scalable architecture</a:t>
            </a:r>
            <a:endParaRPr lang="en-IN" dirty="0"/>
          </a:p>
          <a:p>
            <a:pPr>
              <a:spcBef>
                <a:spcPts val="1000"/>
              </a:spcBef>
              <a:defRPr sz="2000"/>
            </a:pPr>
            <a:endParaRPr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lang="en-IN" dirty="0"/>
              <a:t>                            </a:t>
            </a: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177</TotalTime>
  <Words>680</Words>
  <Application>Microsoft Office PowerPoint</Application>
  <PresentationFormat>On-screen Show (4:3)</PresentationFormat>
  <Paragraphs>135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Sans Serif Collection</vt:lpstr>
      <vt:lpstr>Times New Roman</vt:lpstr>
      <vt:lpstr>Wingdings 3</vt:lpstr>
      <vt:lpstr>Wisp</vt:lpstr>
      <vt:lpstr>Voice-Based Email &amp; Messaging Assistant</vt:lpstr>
      <vt:lpstr>Milestone 1: Overview</vt:lpstr>
      <vt:lpstr>8-Week Project Vision</vt:lpstr>
      <vt:lpstr>Milestone 1 Deliverables - Complete</vt:lpstr>
      <vt:lpstr>Technology Stack</vt:lpstr>
      <vt:lpstr>Three-Tier Architecture</vt:lpstr>
      <vt:lpstr>System Workflow</vt:lpstr>
      <vt:lpstr>Database Design</vt:lpstr>
      <vt:lpstr>Facial Biometric Security</vt:lpstr>
      <vt:lpstr>Voice Commands &amp; State Machine</vt:lpstr>
      <vt:lpstr>State Machine States</vt:lpstr>
      <vt:lpstr>Multi-Layer Security</vt:lpstr>
      <vt:lpstr>Testing Results</vt:lpstr>
      <vt:lpstr>Project Timeline</vt:lpstr>
      <vt:lpstr>Milestone 1 Highlights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chandhan reddy</cp:lastModifiedBy>
  <cp:revision>2</cp:revision>
  <dcterms:created xsi:type="dcterms:W3CDTF">2013-01-27T09:14:16Z</dcterms:created>
  <dcterms:modified xsi:type="dcterms:W3CDTF">2026-01-14T10:29:22Z</dcterms:modified>
  <cp:category/>
</cp:coreProperties>
</file>